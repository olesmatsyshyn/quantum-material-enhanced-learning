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73" d="100"/>
          <a:sy n="73" d="100"/>
        </p:scale>
        <p:origin x="881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96347-4A26-15B8-7E7C-05D61F6B3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A405D0-9677-8831-A1C4-D2AEA33BC1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A8C107-B04F-BC89-E295-80AD6C50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628785-8D36-275B-2E68-0D98F8A2A4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8AE05-F16B-2EAF-83C1-BCB7B810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0450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E99209-FBF5-2983-E15D-2BC4735B9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DF709-44D5-F4DB-28CE-5DB5523F60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96D38F-34C4-9553-D1DD-2A5BC6CA7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509F87-0358-5EFA-90B6-B4D42BEE3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EC4070-51C0-B273-ACDA-1FE61D2A05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91949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26F44C-1E2D-5725-B5C0-FF862D6B3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B769DB-37FA-E395-6C0A-A393479788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2D8EA5-6E9F-9BC0-559C-6071D4BB7F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F1DC53-5266-E504-182A-F84B58989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A68D2-08F4-13BF-85F1-C5B0F8EDC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369936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CBE79-3FA6-FD14-EAF5-592892317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0F4CB-4B19-648E-6D44-2D2F1D3261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3047221-3212-63B3-CAB6-2AEB442F00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FEB180-1A30-8623-7B4D-70EC8B15B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EAF980-4E8F-A289-2252-2D2A35F71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97050D-B0D4-7129-2002-1C46B5D442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643860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742CA-D965-2DC8-E235-1551ACE3D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FB6997-81E7-6D28-68C6-22E042BFE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1390A7-FC75-C2B5-75D2-5525532F1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6887FF-78A3-CF9C-49E1-47C4B62D8F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39C69-CFFA-45A0-E422-F8D76E2A8B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D45864A-8B83-B2C0-2339-C10907EDF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EEAE3FA-AAE2-EF05-3C7F-63A614B775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524EC9-079E-9C1D-8C44-6D52BE64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694447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B497F0-6D34-B417-6B7D-FC366EEDF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15465DE-6DF0-3FD9-7326-E97C96F1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61E99F-D779-FF27-6B88-407FBBFA8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BE4D5-A728-6CCA-B0D1-9C92DB972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01440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7FDF93E-640C-0556-1AEC-9710029D19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EB3D42-025F-6107-FF75-97E892A2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CFE9AF-AEAE-F916-9AB8-418C6C8885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8936437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00F8B1-A058-F623-C1F5-9A01BC9ECE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30649-2D1C-9327-0EFC-AF70139E4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9DDA5B-23C9-3363-5CA9-CF65AE24C4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F232CE-98ED-9C20-D714-377A3AF7E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6AC6FE-74F5-7769-1B83-1BB035127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4C9877-DCA1-09E1-5059-711380E59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29722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E320FD-342C-6A0F-E5B5-68CCBC5E9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17F200-ADA2-E4C7-E7F4-98DF946013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0FC1C7-63E4-23E5-D55F-E1CB640541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6EF4C7-DF6F-AEDF-3149-DC310303A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DC4B41-0092-2A38-0069-C54FBF19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81A44-3AE8-6F3D-D8F5-E6898FBA6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751912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4A8E4D-C493-DC0C-3F47-151B3A571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F1C46F-227C-CF8E-631E-5A0EF1EB60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F013B-AB32-036E-0DC1-C7A24A7C8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7A5877-1AE0-33C3-47AE-6E05BB094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86399-79DB-45CA-4E4D-F1E579314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21633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265D22C-6131-0F7D-989E-37E9AF9B8F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1CE771-509A-6B23-6018-CCD9CF007B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6AE15-70E8-FFE6-31D0-EC22C798D4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A43C09-6709-5654-3CF5-E2F47A3290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0C7B53-78B2-8D14-291D-3F217C8B0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160570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4D0871-DC09-73E2-B336-061B8ACD6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1A7706-94B0-0B16-A1CE-CF93C5921E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B0505B-01B1-FAD5-130B-6C5B3418C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950F1E-E020-4639-BB31-D55734BD1DC5}" type="datetimeFigureOut">
              <a:rPr lang="LID4096" smtClean="0"/>
              <a:t>04/20/2026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D9D867-D091-EA2A-0E07-C256A15423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3BBBA-7C4E-276E-7FA7-7FC9CC1BD7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AA0B9B-59F8-4A18-B859-EA8C70225C5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73707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CAB1D-0100-CBDC-ED66-1AE1064965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Notes on literature for neuromorphic graphene </a:t>
            </a:r>
            <a:r>
              <a:rPr lang="en-US"/>
              <a:t>device project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3E4032-801D-8082-D082-234AF6E7A2A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25160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Notes on literature for neuromorphic graphene device project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Dmitry Oriekhov</dc:creator>
  <cp:lastModifiedBy>Dmitry Oriekhov</cp:lastModifiedBy>
  <cp:revision>1</cp:revision>
  <dcterms:created xsi:type="dcterms:W3CDTF">2026-04-20T15:59:07Z</dcterms:created>
  <dcterms:modified xsi:type="dcterms:W3CDTF">2026-04-20T15:59:45Z</dcterms:modified>
</cp:coreProperties>
</file>